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Swipergy Präsentation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Ziele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Roadmap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Zahlen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0" y="3200400"/>
            <a:ext cx="2743200" cy="13716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Tabelle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2026-10-23T19:55:45Z</dcterms:created>
  <dcterms:modified xsi:type="dcterms:W3CDTF">2026-10-23T19:55:45Z</dcterms:modified>
</cp:coreProperties>
</file>